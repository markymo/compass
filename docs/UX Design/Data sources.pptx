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70B8"/>
    <a:srgbClr val="4FD9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4" autoAdjust="0"/>
    <p:restoredTop sz="94660"/>
  </p:normalViewPr>
  <p:slideViewPr>
    <p:cSldViewPr snapToGrid="0">
      <p:cViewPr varScale="1">
        <p:scale>
          <a:sx n="94" d="100"/>
          <a:sy n="94" d="100"/>
        </p:scale>
        <p:origin x="84" y="5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AC03A-6789-F62E-E677-FA3215CB9C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F38A37-706D-6EDE-90F1-3E81108E3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88AFB-4BF8-7591-7F73-E704C655D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8EB64-495A-468A-B91F-130D0C7117FA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0B223-2E0D-C531-462C-B0234EA95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68B25-6592-994E-05F2-7AA98C1A6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AB5A4-B323-4B5A-909C-A3A0B9CE00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9181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65A6D-8307-9EA5-5996-96A7712BC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4A5EB-3B6D-5D80-9892-75AA9DCD1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DF2B5-B66D-8FAF-ED07-E6EA67C44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8EB64-495A-468A-B91F-130D0C7117FA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1382C-4996-6547-2A52-B841A38C0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BB9B3-89B0-2C4C-CF8F-E77F55491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AB5A4-B323-4B5A-909C-A3A0B9CE00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3555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472A1-B84B-2940-FC7A-A1BF57BC2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E9AEA6-FCE4-FC1A-C179-EB37C89B5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945DD1-E8E7-F624-AF80-BC894E598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8EB64-495A-468A-B91F-130D0C7117FA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94DF0-925B-EA21-2A78-74CC41190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81F19-735C-A409-EE21-71CF6B262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AB5A4-B323-4B5A-909C-A3A0B9CE00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9145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3853D-7FF3-8B3F-7D72-A57AAFEAA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C6ACB-46AD-D670-4832-2BF0B28FCA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37B3A6-F9F1-BDDD-A534-1FF69BA8E2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330D32-E8A4-1C91-78A3-A77A70988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8EB64-495A-468A-B91F-130D0C7117FA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076085-D929-A97C-1708-33E3147AB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34E2FA-2522-3541-0C6B-BC25C7139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AB5A4-B323-4B5A-909C-A3A0B9CE00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6108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F0646-0DE5-C8CC-3478-1F7735BAC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12293-39FD-C1C1-7DAA-384BE0DA5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D4A027-DBE3-E493-8649-6CEDE2B47B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328425-0834-A003-6335-1291F581F8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400992-5127-3D39-556D-85F46A7153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112A7-67DC-9C8C-FAD4-241B2BD80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8EB64-495A-468A-B91F-130D0C7117FA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BF6555-88C4-E68A-AA56-26360D0D1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46418A-F3AC-868B-B723-9FE395242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AB5A4-B323-4B5A-909C-A3A0B9CE00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2429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AD70B-0298-0F18-AAD3-4464E3A2F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819E37-EE82-9A88-C79A-3C3E997D0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8EB64-495A-468A-B91F-130D0C7117FA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2CC807-FF35-1C6B-EBB2-4B134B8F3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BD109D-80BA-6A0E-CDD4-A15F924F5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AB5A4-B323-4B5A-909C-A3A0B9CE00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409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C37196-64F9-F52D-8F77-0117CC3EA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8EB64-495A-468A-B91F-130D0C7117FA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4A80E2-86AF-63F4-45CE-85ACCA22E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9812-42C6-94AF-ED13-7E7428DA6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AB5A4-B323-4B5A-909C-A3A0B9CE00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6855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F7E54-634A-12F4-95E7-979084DC4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51E81-F852-D205-FBB5-CBA860C74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C1214A-FB41-6F93-943C-267A75D77D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7157D6-5CEE-8B0B-8CA8-F355DD22C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8EB64-495A-468A-B91F-130D0C7117FA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0EC486-2AF6-6207-FDCD-44D34665C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F16DA8-91AC-5957-26A9-91B98DDDA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AB5A4-B323-4B5A-909C-A3A0B9CE00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3003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D3DAF-49E4-5616-C2C4-CC80F8A6F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CF2F08-368C-288C-7DB6-2A49F19C8A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C227F0-D475-54F3-4956-7F61C0527D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2BC19F-DABC-3ADB-F44C-5BBB4C7F4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8EB64-495A-468A-B91F-130D0C7117FA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5F21C3-84EE-A1DB-93E2-7602BF16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E6A144-128E-0BEF-D452-68D0BCD8A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AB5A4-B323-4B5A-909C-A3A0B9CE00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5766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E77F2-9A82-49E2-12BF-346A1D83C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A55741-9E33-42EB-34F8-3BE9E88BC4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8137E-37D3-0080-DC5F-A9A5925AB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8EB64-495A-468A-B91F-130D0C7117FA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E37EA-6AAA-6942-1DD2-699F1C9A5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9C97B-C84C-57FD-C270-3EA14A385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AB5A4-B323-4B5A-909C-A3A0B9CE00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9134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78AA23-9C00-BA40-D466-E0EF25318E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65590D-FC37-2B34-ECF0-D7E1EA8F49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B0864-FD2B-1DE7-03A2-8C9A7843B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8EB64-495A-468A-B91F-130D0C7117FA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EBBC4-265D-FE69-7184-7D9F44755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3E8BB-DBD4-3FB8-04CC-3ED561BD2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AB5A4-B323-4B5A-909C-A3A0B9CE00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5407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111299-9823-AABC-9387-459257CCF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E5D8D-3D98-270D-5659-DB2B0BDDF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67686-B87C-8E82-881C-AA67F5DAFD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B8EB64-495A-468A-B91F-130D0C7117FA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1A7E8-4DD7-8BE9-AF65-6488AEE14D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6755E-7085-FAC6-C697-E2E1F61FB9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EAB5A4-B323-4B5A-909C-A3A0B9CE00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1646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3AE3917-DCE1-ED31-F521-D4EA5E95EC08}"/>
              </a:ext>
            </a:extLst>
          </p:cNvPr>
          <p:cNvSpPr/>
          <p:nvPr/>
        </p:nvSpPr>
        <p:spPr>
          <a:xfrm>
            <a:off x="3163068" y="911564"/>
            <a:ext cx="2732567" cy="967562"/>
          </a:xfrm>
          <a:prstGeom prst="rect">
            <a:avLst/>
          </a:prstGeom>
          <a:solidFill>
            <a:srgbClr val="4FD9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RGB 79:217:196</a:t>
            </a:r>
          </a:p>
          <a:p>
            <a:pPr algn="ctr"/>
            <a:r>
              <a:rPr lang="en-GB" dirty="0"/>
              <a:t>#4FD9C4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F578CD-C0D7-C908-1B45-401FFF878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227" y="1038108"/>
            <a:ext cx="733527" cy="7144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FAEF01-7AEC-EF53-88D5-5CE653AC6C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8740" y="2209736"/>
            <a:ext cx="616014" cy="60966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B8F12C0-C62E-A31E-46EA-656758DC3F38}"/>
              </a:ext>
            </a:extLst>
          </p:cNvPr>
          <p:cNvSpPr/>
          <p:nvPr/>
        </p:nvSpPr>
        <p:spPr>
          <a:xfrm>
            <a:off x="3163068" y="2030787"/>
            <a:ext cx="2732567" cy="967562"/>
          </a:xfrm>
          <a:prstGeom prst="rect">
            <a:avLst/>
          </a:prstGeom>
          <a:solidFill>
            <a:srgbClr val="1D70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RGB 29:112:184</a:t>
            </a:r>
          </a:p>
          <a:p>
            <a:pPr algn="ctr"/>
            <a:r>
              <a:rPr lang="en-GB" dirty="0"/>
              <a:t>#1D70B8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389D8E-F958-7557-1095-432CDADAB993}"/>
              </a:ext>
            </a:extLst>
          </p:cNvPr>
          <p:cNvSpPr txBox="1"/>
          <p:nvPr/>
        </p:nvSpPr>
        <p:spPr>
          <a:xfrm>
            <a:off x="467360" y="383983"/>
            <a:ext cx="629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Source Name	Icon	Colour	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184599-C58E-4E50-F121-7544860E7C0E}"/>
              </a:ext>
            </a:extLst>
          </p:cNvPr>
          <p:cNvSpPr txBox="1"/>
          <p:nvPr/>
        </p:nvSpPr>
        <p:spPr>
          <a:xfrm>
            <a:off x="467360" y="1210679"/>
            <a:ext cx="1470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GLEIF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C5A695-4AF8-C03C-D51C-CB2E8469194B}"/>
              </a:ext>
            </a:extLst>
          </p:cNvPr>
          <p:cNvSpPr txBox="1"/>
          <p:nvPr/>
        </p:nvSpPr>
        <p:spPr>
          <a:xfrm>
            <a:off x="467360" y="2052903"/>
            <a:ext cx="14700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UK Companies House</a:t>
            </a:r>
          </a:p>
        </p:txBody>
      </p:sp>
    </p:spTree>
    <p:extLst>
      <p:ext uri="{BB962C8B-B14F-4D97-AF65-F5344CB8AC3E}">
        <p14:creationId xmlns:p14="http://schemas.microsoft.com/office/powerpoint/2010/main" val="1307508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19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RobDornton-Duff</dc:creator>
  <cp:lastModifiedBy>RobDornton-Duff</cp:lastModifiedBy>
  <cp:revision>1</cp:revision>
  <dcterms:created xsi:type="dcterms:W3CDTF">2026-03-04T11:13:32Z</dcterms:created>
  <dcterms:modified xsi:type="dcterms:W3CDTF">2026-03-04T11:23:28Z</dcterms:modified>
</cp:coreProperties>
</file>